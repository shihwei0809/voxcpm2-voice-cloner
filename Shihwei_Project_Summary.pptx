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400">
                <a:solidFill>
                  <a:srgbClr val="3B82F6"/>
                </a:solidFill>
              </a:defRPr>
            </a:pPr>
            <a:r>
              <a:t>Shihwei's AI Agent</a:t>
            </a:r>
          </a:p>
          <a:p>
            <a:pPr>
              <a:spcBef>
                <a:spcPts val="1000"/>
              </a:spcBef>
              <a:defRPr b="1" sz="4400">
                <a:solidFill>
                  <a:srgbClr val="F8FAFC"/>
                </a:solidFill>
              </a:defRPr>
            </a:pPr>
            <a:r>
              <a:t>個人專案總覽與進度報告</a:t>
            </a:r>
          </a:p>
          <a:p>
            <a:pPr>
              <a:spcBef>
                <a:spcPts val="2000"/>
              </a:spcBef>
              <a:defRPr sz="1600">
                <a:solidFill>
                  <a:srgbClr val="94A3B8"/>
                </a:solidFill>
              </a:defRPr>
            </a:pPr>
            <a:r>
              <a:t>報告人：AI 語音助理 小偉 | 時間：2026年6月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b="1" sz="3200">
                <a:solidFill>
                  <a:srgbClr val="F8FAFC"/>
                </a:solidFill>
              </a:defRPr>
            </a:pPr>
            <a:r>
              <a:t>01. 製程與安全培訓專案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軟管對刷稽核系統 (hongsheng-web)</a:t>
            </a:r>
          </a:p>
          <a:p>
            <a:pPr algn="l"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  - 互動式教育訓練與模擬演練，終端機現場操作員模擬，結合 Firebase 實作。</a:t>
            </a:r>
          </a:p>
          <a:p>
            <a:pPr algn="l"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產品製程流程圖系統 (flowchart-web)</a:t>
            </a:r>
          </a:p>
          <a:p>
            <a:pPr algn="l"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  - 槽體製程管控，SVG 畫布互動設計，支援 N2 吹掃模擬與液位動態顯示。</a:t>
            </a:r>
          </a:p>
          <a:p>
            <a:pPr algn="l"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ISOTANK 卸料安全訓練 (isotank-training)</a:t>
            </a:r>
          </a:p>
          <a:p>
            <a:pPr algn="l"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  - 9步驟高度視覺化安全簡報，SVG 動態接管與接地測試演示。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b="1" sz="3200">
                <a:solidFill>
                  <a:srgbClr val="F8FAFC"/>
                </a:solidFill>
              </a:defRPr>
            </a:pPr>
            <a:r>
              <a:t>02. AI 整合與自動化工具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Claude HTML 簡報生成技能 (claude-html-slide-builder)</a:t>
            </a:r>
          </a:p>
          <a:p>
            <a:pPr algn="l"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  - 文字教材自動轉 Reveal.js 簡報，支援 Firebase 文字雲投票，自動部署至 Git Pages。</a:t>
            </a:r>
          </a:p>
          <a:p>
            <a:pPr algn="l"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Clasp + Netlify 部署指南 (clasp-netlify-mcp-guide)</a:t>
            </a:r>
          </a:p>
          <a:p>
            <a:pPr algn="l"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  - AI Agent 自動化建置閉環系統的標準指南，內含踩坑點避雷指引。</a:t>
            </a:r>
          </a:p>
          <a:p>
            <a:pPr algn="l"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LINE 飲食熱量精算師 (generate_docs)</a:t>
            </a:r>
          </a:p>
          <a:p>
            <a:pPr algn="l"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  - 自動辨識食物照片、寫入試算表，並由腳本自動產生手冊 PDF 與 PPTX。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b="1" sz="3200">
                <a:solidFill>
                  <a:srgbClr val="F8FAFC"/>
                </a:solidFill>
              </a:defRPr>
            </a:pPr>
            <a:r>
              <a:t>03. 系統監控與生活企劃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溫度通報系統雙向備援 (監控監測)</a:t>
            </a:r>
          </a:p>
          <a:p>
            <a:pPr algn="l"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  - 本機與 GAS 雲端雙向同步與心跳機制，當本機斷線時，雲端自動接手通報。</a:t>
            </a:r>
          </a:p>
          <a:p>
            <a:pPr algn="l"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大阪冒險之旅四格漫畫電子書 (test)</a:t>
            </a:r>
          </a:p>
          <a:p>
            <a:pPr algn="l"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  - 四格漫畫互動書，優化 10 歲主角童音，整合 Microsoft 與 ElevenLabs 雙語音。</a:t>
            </a:r>
          </a:p>
          <a:p>
            <a:pPr algn="l"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大阪與沖繩自由行旅遊規劃</a:t>
            </a:r>
          </a:p>
          <a:p>
            <a:pPr algn="l"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  - 包含沖繩 2 大 2 小自由行規劃書，大阪 5 天 4 代自由行 PPTX 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b="1" sz="3200">
                <a:solidFill>
                  <a:srgbClr val="F8FAFC"/>
                </a:solidFill>
              </a:defRPr>
            </a:pPr>
            <a:r>
              <a:t>04. 總結與展望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多元專案穩定推進，涵蓋工廠安全、流程自動化、AI 語音、以及系統通報雙重備援。</a:t>
            </a:r>
          </a:p>
          <a:p>
            <a:pPr algn="l"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本機與雲端高可用架構（如溫度監控、GDrive 同步機制）已成熟建立。</a:t>
            </a:r>
          </a:p>
          <a:p>
            <a:pPr algn="l"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• 所有專案與文件均已打包歸檔，以備隨時更新維護與平滑轉移。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